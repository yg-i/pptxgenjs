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Slide 1: Fade Transition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914400" y="1828800"/>
            <a:ext cx="2743200" cy="1828800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0" y="182880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Blue Rectangle</a:t>
            </a:r>
            <a:endParaRPr lang="en-US" sz="18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10" dur="indefinite" nodeType="mainSeq">
                <p:childTnLst>
                  <p:par>
                    <p:cTn id="2" fill="hold">
                      <p:stCondLst>
                        <p:cond delay="indefinite"/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" dur="8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8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Slide 2: Push Transition + Fly-In Animation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1828800" y="1828800"/>
            <a:ext cx="2286000" cy="2286000"/>
          </a:xfrm>
          <a:prstGeom prst="ellipse">
            <a:avLst/>
          </a:prstGeom>
          <a:solidFill>
            <a:srgbClr val="ED7D31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0" y="182880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Orange Circle</a:t>
            </a:r>
            <a:endParaRPr lang="en-US" sz="18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10" dur="indefinite" nodeType="mainSeq">
                <p:childTnLst>
                  <p:par>
                    <p:cTn id="2" fill="hold">
                      <p:stCondLst>
                        <p:cond delay="indefinite"/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" dur="10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9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Slide 3: Morph Transition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2743200" y="1828800"/>
            <a:ext cx="2743200" cy="2743200"/>
          </a:xfrm>
          <a:prstGeom prst="star5">
            <a:avLst/>
          </a:prstGeom>
          <a:solidFill>
            <a:srgbClr val="FFC000"/>
          </a:solidFill>
          <a:ln/>
        </p:spPr>
      </p:sp>
    </p:spTree>
  </p:cSld>
  <p:clrMapOvr>
    <a:masterClrMapping/>
  </p:clrMapOvr>
  <p:transition xmlns:p14="http://schemas.microsoft.com/office/powerpoint/2010/main" p14:dur="1500">
    <p14:morph option="byObject"/>
  </p:transition>
  <p:timing>
    <p:tnLst>
      <p:par>
        <p:cTn id="1" dur="indefinite" restart="never" nodeType="tmRoot">
          <p:childTnLst>
            <p:seq concurrent="1" nextAc="seek">
              <p:cTn id="10" dur="indefinite" nodeType="mainSeq">
                <p:childTnLst>
                  <p:par>
                    <p:cTn id="2" fill="hold">
                      <p:stCondLst>
                        <p:cond delay="indefinite"/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Slide 4: Multiple Animations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914400" y="1828800"/>
            <a:ext cx="1828800" cy="1371600"/>
          </a:xfrm>
          <a:prstGeom prst="rect">
            <a:avLst/>
          </a:prstGeom>
          <a:solidFill>
            <a:srgbClr val="70AD47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0" y="1828800"/>
            <a:ext cx="1828800" cy="1371600"/>
          </a:xfrm>
          <a:prstGeom prst="rect">
            <a:avLst/>
          </a:prstGeom>
          <a:solidFill>
            <a:srgbClr val="5B9BD5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0" y="1828800"/>
            <a:ext cx="1828800" cy="1371600"/>
          </a:xfrm>
          <a:prstGeom prst="rect">
            <a:avLst/>
          </a:prstGeom>
          <a:solidFill>
            <a:srgbClr val="C00000"/>
          </a:solidFill>
          <a:ln/>
        </p:spPr>
      </p:sp>
    </p:spTree>
  </p:cSld>
  <p:clrMapOvr>
    <a:masterClrMapping/>
  </p:clrMapOvr>
  <p:transition spd="slow">
    <p:wipe dir="r"/>
  </p:transition>
  <p:timing>
    <p:tnLst>
      <p:par>
        <p:cTn id="1" dur="indefinite" restart="never" nodeType="tmRoot">
          <p:childTnLst>
            <p:seq concurrent="1" nextAc="seek">
              <p:cTn id="26" dur="indefinite" nodeType="mainSeq">
                <p:childTnLst>
                  <p:par>
                    <p:cTn id="2" fill="hold">
                      <p:stCondLst>
                        <p:cond delay="indefinite"/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500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50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Transition &amp; Animation Test</dc:title>
  <dc:subject>PptxGenJS Presentation</dc:subject>
  <dc:creator>Test Script</dc:creator>
  <cp:lastModifiedBy>Test Script</cp:lastModifiedBy>
  <cp:revision>1</cp:revision>
  <dcterms:created xsi:type="dcterms:W3CDTF">2026-02-04T15:23:48Z</dcterms:created>
  <dcterms:modified xsi:type="dcterms:W3CDTF">2026-02-04T15:23:48Z</dcterms:modified>
</cp:coreProperties>
</file>